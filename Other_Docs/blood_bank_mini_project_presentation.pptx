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7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8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2EC432-F763-FCBC-49F3-66A79E7442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2137082"/>
            <a:ext cx="6400800" cy="841375"/>
          </a:xfrm>
        </p:spPr>
        <p:txBody>
          <a:bodyPr>
            <a:normAutofit fontScale="90000"/>
          </a:bodyPr>
          <a:lstStyle/>
          <a:p>
            <a:r>
              <a:rPr lang="en-IN" dirty="0"/>
              <a:t>Web Development Mini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subTitle" idx="1"/>
          </p:nvPr>
        </p:nvSpPr>
        <p:spPr>
          <a:xfrm>
            <a:off x="1302774" y="4191000"/>
            <a:ext cx="6400800" cy="1752600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Topic: </a:t>
            </a:r>
            <a:r>
              <a:rPr dirty="0">
                <a:solidFill>
                  <a:schemeClr val="tx1"/>
                </a:solidFill>
              </a:rPr>
              <a:t>Blood Bank and Donor Management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B7F73-5057-1DBC-CC5A-72E4B4D1E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Members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2933B25-B86E-EA95-B2AB-0F249C72A5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0481961"/>
              </p:ext>
            </p:extLst>
          </p:nvPr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148525126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0233226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Roll Number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4274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25P0320011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Anushka Marcelo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18180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25P0320032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Riya Bandekar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5653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25P0320035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Rupali </a:t>
                      </a:r>
                      <a:r>
                        <a:rPr lang="en-IN" dirty="0" err="1"/>
                        <a:t>Arlekar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0000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25P0320039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Samiksha </a:t>
                      </a:r>
                      <a:r>
                        <a:rPr lang="en-IN" dirty="0" err="1"/>
                        <a:t>Karapurkar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78802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9627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 web-based system that helps patients find blood donors quickly during emergencies.</a:t>
            </a:r>
          </a:p>
          <a:p>
            <a:r>
              <a:rPr dirty="0"/>
              <a:t>The platform allows donors to register and patients to search for available donors.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Provide quick access to blood donors</a:t>
            </a:r>
          </a:p>
          <a:p>
            <a:r>
              <a:rPr dirty="0"/>
              <a:t>Maintain a donor database</a:t>
            </a:r>
          </a:p>
          <a:p>
            <a:r>
              <a:rPr dirty="0"/>
              <a:t>Allow hospitals/patients to request blood</a:t>
            </a:r>
          </a:p>
          <a:p>
            <a:r>
              <a:rPr dirty="0"/>
              <a:t>Improve communication between donors and patients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Frontend: HTML, CSS</a:t>
            </a:r>
          </a:p>
          <a:p>
            <a:r>
              <a:rPr dirty="0"/>
              <a:t>Backend: PHP</a:t>
            </a:r>
          </a:p>
          <a:p>
            <a:r>
              <a:rPr dirty="0"/>
              <a:t>Database: MySQL</a:t>
            </a:r>
          </a:p>
          <a:p>
            <a:r>
              <a:rPr dirty="0"/>
              <a:t>Server: XAMPP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Donor Registration</a:t>
            </a:r>
            <a:endParaRPr lang="en-IN" dirty="0"/>
          </a:p>
          <a:p>
            <a:r>
              <a:rPr dirty="0"/>
              <a:t>Search Donor by Blood Group</a:t>
            </a:r>
          </a:p>
          <a:p>
            <a:r>
              <a:rPr dirty="0"/>
              <a:t>Blood Request Form</a:t>
            </a:r>
          </a:p>
          <a:p>
            <a:r>
              <a:rPr dirty="0"/>
              <a:t>Donor List Display</a:t>
            </a:r>
          </a:p>
          <a:p>
            <a:r>
              <a:rPr dirty="0"/>
              <a:t>Admin Panel for management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Website Pages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Home Page</a:t>
            </a:r>
          </a:p>
          <a:p>
            <a:r>
              <a:rPr dirty="0"/>
              <a:t>Register Donor Page</a:t>
            </a:r>
          </a:p>
          <a:p>
            <a:r>
              <a:rPr dirty="0"/>
              <a:t>Search Donor Page</a:t>
            </a:r>
          </a:p>
          <a:p>
            <a:r>
              <a:rPr dirty="0"/>
              <a:t>Blood Request Page</a:t>
            </a:r>
          </a:p>
          <a:p>
            <a:r>
              <a:rPr dirty="0"/>
              <a:t>Contact Page</a:t>
            </a:r>
          </a:p>
          <a:p>
            <a:r>
              <a:rPr dirty="0"/>
              <a:t>Admin 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Tables Used:</a:t>
            </a:r>
          </a:p>
          <a:p>
            <a:r>
              <a:rPr dirty="0"/>
              <a:t>donors</a:t>
            </a:r>
          </a:p>
          <a:p>
            <a:r>
              <a:rPr dirty="0" err="1"/>
              <a:t>blood_requests</a:t>
            </a:r>
            <a:endParaRPr dirty="0"/>
          </a:p>
          <a:p>
            <a:r>
              <a:rPr lang="en-IN" dirty="0"/>
              <a:t>A</a:t>
            </a:r>
            <a:r>
              <a:rPr dirty="0" err="1"/>
              <a:t>dmin</a:t>
            </a:r>
            <a:endParaRPr lang="en-IN" dirty="0"/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dirty="0"/>
              <a:t>The database stores donor details and blood requests.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Interface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Designed using a simple and clean layout.</a:t>
            </a:r>
          </a:p>
          <a:p>
            <a:r>
              <a:rPr dirty="0"/>
              <a:t>Includes navigation bar, forms, tables, and responsive UI</a:t>
            </a:r>
            <a:r>
              <a:rPr lang="en-IN"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77EB38-B461-0E8A-6004-8DCE3D1E0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8" y="1317523"/>
            <a:ext cx="7618944" cy="385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1443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Blood Bank and Donor Management System helps connect blood donors with patients quickly and efficiently.</a:t>
            </a:r>
          </a:p>
          <a:p>
            <a:r>
              <a:t>It simplifies the blood donation process and can help save lives.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206</Words>
  <Application>Microsoft Office PowerPoint</Application>
  <PresentationFormat>On-screen Show (4:3)</PresentationFormat>
  <Paragraphs>52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Web Development Mini Project</vt:lpstr>
      <vt:lpstr>Members</vt:lpstr>
      <vt:lpstr>Project Overview</vt:lpstr>
      <vt:lpstr>Objectives</vt:lpstr>
      <vt:lpstr>Technologies Used</vt:lpstr>
      <vt:lpstr>System Features</vt:lpstr>
      <vt:lpstr>Website Pages</vt:lpstr>
      <vt:lpstr>Database Design</vt:lpstr>
      <vt:lpstr>User Interface Design</vt:lpstr>
      <vt:lpstr>PowerPoint Presentation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rupaliarle@gmail.com</cp:lastModifiedBy>
  <cp:revision>5</cp:revision>
  <dcterms:created xsi:type="dcterms:W3CDTF">2013-01-27T09:14:16Z</dcterms:created>
  <dcterms:modified xsi:type="dcterms:W3CDTF">2026-03-17T04:53:51Z</dcterms:modified>
  <cp:category/>
</cp:coreProperties>
</file>