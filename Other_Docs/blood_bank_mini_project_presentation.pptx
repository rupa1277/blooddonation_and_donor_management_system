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57" r:id="rId4"/>
    <p:sldId id="269" r:id="rId5"/>
    <p:sldId id="258" r:id="rId6"/>
    <p:sldId id="270" r:id="rId7"/>
    <p:sldId id="259" r:id="rId8"/>
    <p:sldId id="260" r:id="rId9"/>
    <p:sldId id="261" r:id="rId10"/>
    <p:sldId id="262" r:id="rId11"/>
    <p:sldId id="268" r:id="rId12"/>
    <p:sldId id="271" r:id="rId13"/>
    <p:sldId id="272" r:id="rId14"/>
    <p:sldId id="273" r:id="rId15"/>
    <p:sldId id="274" r:id="rId16"/>
    <p:sldId id="278" r:id="rId17"/>
    <p:sldId id="277" r:id="rId18"/>
    <p:sldId id="276" r:id="rId19"/>
    <p:sldId id="266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1F3D7CF-403A-D107-867C-9E54A79810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Blood Bank and Donor Management System</a:t>
            </a:r>
            <a:endParaRPr lang="en-I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B7F73-5057-1DBC-CC5A-72E4B4D1E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Members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933B25-B86E-EA95-B2AB-0F249C72A5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0481961"/>
              </p:ext>
            </p:extLst>
          </p:nvPr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148525126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0233226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Roll 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4274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25P0320011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Anushka Marcelo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1818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25P0320032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Riya Bandekar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653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25P0320035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Rupali </a:t>
                      </a:r>
                      <a:r>
                        <a:rPr lang="en-IN" dirty="0" err="1"/>
                        <a:t>Arlekar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0000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25P0320039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Samiksha </a:t>
                      </a:r>
                      <a:r>
                        <a:rPr lang="en-IN" dirty="0" err="1"/>
                        <a:t>Karapurkar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7880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9627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Introduction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B4A18BB-EAF4-20D3-D5F5-EB397FF73A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890894"/>
            <a:ext cx="8411497" cy="384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Web-based platform for blood donation management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Connects donors, patients, and hospitals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find blood donors quickly during emergencies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system for storing donor information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7EB0C-0E1C-BB63-6E96-0A12E39BB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D011BB-9DFF-E17A-5836-17078C5EA4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170412"/>
            <a:ext cx="8446543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 finding donors in emergency situations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centralized donor database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Time-consuming manual search process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communication between donors &amp; patients </a:t>
            </a:r>
          </a:p>
        </p:txBody>
      </p:sp>
    </p:spTree>
    <p:extLst>
      <p:ext uri="{BB962C8B-B14F-4D97-AF65-F5344CB8AC3E}">
        <p14:creationId xmlns:p14="http://schemas.microsoft.com/office/powerpoint/2010/main" val="3661476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Objectives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A98269A-E594-5EC4-162E-BF37E01403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3510" y="1197055"/>
            <a:ext cx="7455887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quick access to blood donors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organized donor database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blood request submission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communication between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response time in emergencies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65887-98D3-6F99-BB7D-55C64DBEB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Proposed</a:t>
            </a:r>
            <a:r>
              <a:rPr lang="en-IN" dirty="0"/>
              <a:t> </a:t>
            </a:r>
            <a:r>
              <a:rPr lang="en-IN" dirty="0">
                <a:solidFill>
                  <a:srgbClr val="FF0000"/>
                </a:solidFill>
              </a:rPr>
              <a:t>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88E776-2D2C-7AFC-B58E-DED2124FC7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662578"/>
            <a:ext cx="690926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donor registration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 donors by blood group &amp; location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Submit blood requests easily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manages donors &amp; requests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data access </a:t>
            </a:r>
          </a:p>
        </p:txBody>
      </p:sp>
    </p:spTree>
    <p:extLst>
      <p:ext uri="{BB962C8B-B14F-4D97-AF65-F5344CB8AC3E}">
        <p14:creationId xmlns:p14="http://schemas.microsoft.com/office/powerpoint/2010/main" val="3909782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Frontend: HTML, CSS</a:t>
            </a:r>
          </a:p>
          <a:p>
            <a:r>
              <a:rPr dirty="0"/>
              <a:t>Backend: PHP</a:t>
            </a:r>
          </a:p>
          <a:p>
            <a:r>
              <a:rPr dirty="0"/>
              <a:t>Database: MySQL</a:t>
            </a:r>
          </a:p>
          <a:p>
            <a:r>
              <a:rPr dirty="0"/>
              <a:t>Server: XAMPP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Key Features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9BC939F-CB63-F59D-555E-07BDCB75D6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308636"/>
            <a:ext cx="4545860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Donor Registration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 Donor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Blood Request Form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Donor List Display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Panel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Request Approval System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System Modules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Donor Module</a:t>
            </a:r>
            <a:r>
              <a:rPr lang="en-US"/>
              <a:t> – Register &amp; store donor details </a:t>
            </a:r>
          </a:p>
          <a:p>
            <a:r>
              <a:rPr lang="en-US" b="1" dirty="0"/>
              <a:t>Search Module</a:t>
            </a:r>
            <a:r>
              <a:rPr lang="en-US" dirty="0"/>
              <a:t> – Find donors easily </a:t>
            </a:r>
          </a:p>
          <a:p>
            <a:r>
              <a:rPr lang="en-US" b="1" dirty="0"/>
              <a:t>Request Module</a:t>
            </a:r>
            <a:r>
              <a:rPr lang="en-US" dirty="0"/>
              <a:t> – Submit blood requests </a:t>
            </a:r>
          </a:p>
          <a:p>
            <a:r>
              <a:rPr lang="en-US" b="1" dirty="0"/>
              <a:t>Admin Module</a:t>
            </a:r>
            <a:r>
              <a:rPr lang="en-US" dirty="0"/>
              <a:t> – Manage system data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Tables Used:</a:t>
            </a:r>
          </a:p>
          <a:p>
            <a:r>
              <a:rPr dirty="0"/>
              <a:t>donors</a:t>
            </a:r>
          </a:p>
          <a:p>
            <a:r>
              <a:rPr dirty="0" err="1"/>
              <a:t>blood_requests</a:t>
            </a:r>
            <a:endParaRPr dirty="0"/>
          </a:p>
          <a:p>
            <a:r>
              <a:rPr lang="en-IN" dirty="0"/>
              <a:t>A</a:t>
            </a:r>
            <a:r>
              <a:rPr dirty="0" err="1"/>
              <a:t>dmin</a:t>
            </a:r>
            <a:endParaRPr lang="en-IN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The database stores donor details and blood requests.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7EC2406B-23E9-423E-6DAC-836644C02B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1056987"/>
            <a:ext cx="9144000" cy="474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144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6CEEE4-8525-74A9-AC80-CBB650FFC0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935" r="29033"/>
          <a:stretch>
            <a:fillRect/>
          </a:stretch>
        </p:blipFill>
        <p:spPr>
          <a:xfrm>
            <a:off x="501445" y="892870"/>
            <a:ext cx="3569109" cy="4619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DDAF1E-DF95-3258-6024-733242D1FF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935" r="33763"/>
          <a:stretch>
            <a:fillRect/>
          </a:stretch>
        </p:blipFill>
        <p:spPr>
          <a:xfrm>
            <a:off x="4866968" y="964707"/>
            <a:ext cx="3136490" cy="454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827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2AAA10-F92C-97C9-D9EC-B0CCAADBB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2968"/>
            <a:ext cx="9144000" cy="463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51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88BE2C-FB6B-34BE-CF8D-C56271498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6935"/>
            <a:ext cx="9144000" cy="444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062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A67AF8-E826-1B43-A742-276EB7384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0443"/>
            <a:ext cx="9144000" cy="405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218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ABC9FA-2C44-EED1-491E-5321B5F3C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4056"/>
            <a:ext cx="9144000" cy="438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631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4149A0-27AB-08F5-121E-372F0EFDF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0235"/>
            <a:ext cx="9144000" cy="4437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415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21BF7E-DDEF-909C-8162-1366D0251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1435"/>
            <a:ext cx="9144000" cy="439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344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84603AB-453F-F150-E44F-614E1F74E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523" y="2506561"/>
            <a:ext cx="8229600" cy="114300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52</TotalTime>
  <Words>208</Words>
  <Application>Microsoft Office PowerPoint</Application>
  <PresentationFormat>On-screen Show (4:3)</PresentationFormat>
  <Paragraphs>82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Blood Bank and Donor Management System</vt:lpstr>
      <vt:lpstr>Members</vt:lpstr>
      <vt:lpstr>Introduction</vt:lpstr>
      <vt:lpstr>Problem Statement</vt:lpstr>
      <vt:lpstr>Objectives</vt:lpstr>
      <vt:lpstr>Proposed System</vt:lpstr>
      <vt:lpstr>Technologies Used</vt:lpstr>
      <vt:lpstr>Key Features</vt:lpstr>
      <vt:lpstr>System Modules</vt:lpstr>
      <vt:lpstr>Database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rupaliarle@gmail.com</cp:lastModifiedBy>
  <cp:revision>10</cp:revision>
  <dcterms:created xsi:type="dcterms:W3CDTF">2013-01-27T09:14:16Z</dcterms:created>
  <dcterms:modified xsi:type="dcterms:W3CDTF">2026-04-11T14:16:43Z</dcterms:modified>
  <cp:category/>
</cp:coreProperties>
</file>